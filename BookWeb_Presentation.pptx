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📚 BookWeb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69B4"/>
                </a:solidFill>
              </a:defRPr>
            </a:pPr>
            <a:r>
              <a:t>Online Kitapçı &amp; Okuma Takip Platformu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ASP.NET Core 8.0  |  Entity Framework Core  |  SQL Server  |  DeepSeek AI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 Tanıtımı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FF69B4"/>
                </a:solidFill>
              </a:defRPr>
            </a:pPr>
            <a:r>
              <a:t>BookWeb Nedir?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BookWeb, ASP.NET Core 8.0 ile geliştirilmiş tam özellikli bir online kitapçı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ve okuma takip platformudur.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4A90D9"/>
                </a:solidFill>
              </a:defRPr>
            </a:pPr>
            <a:r>
              <a:t>Temel Özellikler: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🛒  Kitap satın alma ve alışveriş sepeti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📖  Okuma durumu takibi (Okumak İstiyorum / Okuyorum / Okudum)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📚  Kişisel raflar oluşturma ve kitap koleksiyonları yönetme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⭐  Kitap değerlendirme ve yorum sistemi (1-5 yıldız)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🤖  AI-destekli kitap asistanı (DeepSeek API entegrasyonu)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👤  Kullanıcı profil yönetimi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🔐  Güvenli kimlik doğrulama ve yetkilendirme (3 rol)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Teknoloji Yığını (Tech Stack)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3716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Katman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Teknoloji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Versiyon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Kullanım Amacı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.NET / ASP.NET Core MVC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8.0 (LTS)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Web uygulama framework'ü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Entity Framework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Veritabanı erişimi (Code-First)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Veritabanı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SQL Server (LocalDB)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İlişkisel veritabanı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Kimlik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ASP.NET Core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Auth &amp; Authorization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DeepSeek API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Yapay zeka chat asistanı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Bootstrap 5 + Razor 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5.3.8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Responsive UI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İkonlar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Bootstrap Icons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1.13.1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İkon kütüphanesi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Tablolar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DataTables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2.3.8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Admin tablo yönetimi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Bildirim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Toastr.js + SweetAlert2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Toast &amp; Modal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jQuery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AJAX &amp; DOM manipülasyonu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Katmanlı Mimari (N-Tier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Proje 5 katmandan oluşmaktadır: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│  PRESENTATION    │  bookweb (MVC Controllers, Views, Areas)  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│  BUSINESS        │  BookWeb.Business (Services, Interfaces)   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│  DATA ACCESS     │  BookWeb.DataAccess (DbContext, Migrations)│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│  MODELS          │  BookWeb.Models (Entities, ViewModels)      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│  UTILITY         │  BookWeb.Utility (Constants, Helpers)       │</a:t>
            </a:r>
          </a:p>
          <a:p>
            <a:pPr>
              <a:spcAft>
                <a:spcPts val="800"/>
              </a:spcAft>
              <a:defRPr sz="1400">
                <a:solidFill>
                  <a:srgbClr val="666666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4A90D9"/>
                </a:solidFill>
              </a:defRPr>
            </a:pPr>
            <a:r>
              <a:t>Tasarım Kalıpları: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Service Layer Pattern  • Dependency Injection  • MVC Pattern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Interface Segregation  • Area-based Organization  • Repository (implicit)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Veritabanı Modelleri (Database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657600"/>
                <a:gridCol w="30175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Açıklama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Önemli Alanlar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İlişkiler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Kitap bilgileri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Title, Author, Pages, Price, ImageUrl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Category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Kitap kategorileri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Name (unique), DisplayOrder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1:N Products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ApplicationUser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Kullanıcı (Identity)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Name, Address, City, PostalCode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IdentityUser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Wishlist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Okuma durumu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Status (Enum: 0,1,2), DateAdded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User, Product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Kitap yorumları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Rating (1-5), Comment, CreatedAt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User, Product (Unique)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Shelf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Kullanıcı rafları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Name, Description, CreatedAt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User, 1:N ShelfItems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ShelfItem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Raftaki kitaplar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DateAdded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Shelf, Product (Unique)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ShoppingCart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Alışveriş sepeti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Count (1-1000), Price [NotMapped]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User, Product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ChatConversation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AI sohbet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Title, CreatedAt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User, 1:N Messages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ChatMessageEntity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Chat mesajları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Role (user/assistant),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N:1 Conversation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Veritabanı İlişki Diyagramı (ER Diagram)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  Category ──(1:N)──► Product ◄──(N:1)── Review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            │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            │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┌───────────┼─────────┐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│           │         │          │</a:t>
            </a: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        Wishlist     ShelfItem    ShoppingCart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│           │                    │</a:t>
            </a: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              │        Shelf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│           │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└───────────┼────────────────────┘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            │</a:t>
            </a: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                 ApplicationUser ──(1:N)──► ChatConversation ──(1:N)──► ChatMessage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 b="1">
                <a:solidFill>
                  <a:srgbClr val="F39C12"/>
                </a:solidFill>
              </a:defRPr>
            </a:pPr>
            <a:r>
              <a:t>Unique Constraints: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Review: (UserId, ProductId) - Kullanıcı başına 1 yorum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ShelfItem: (ShelfId, ProductId) - Rafta tekil kitap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Category.Name: Benzersiz kategori isimleri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Kimlik Doğrulama &amp; Yetkilendirme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A90D9"/>
                </a:solidFill>
              </a:defRPr>
            </a:pPr>
            <a:r>
              <a:t>ASP.NET Core Identity Yapılandırması: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D2D2D"/>
                </a:solidFill>
              </a:defRPr>
            </a:pPr>
            <a:r>
              <a:t>Şifre Politikası: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Rakam zorunlu  • Küçük harf zorunlu  • Büyük harf zorunlu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Minimum 6 karakter  • Özel karakter isteğe bağlı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2D2D2D"/>
                </a:solidFill>
              </a:defRPr>
            </a:pPr>
            <a:r>
              <a:t>Hesap Güvenliği: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5 başarısız giriş → 5 dakika hesap kilitleme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Cookie-based authentication  • CSRF koruması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4A90D9"/>
                </a:solidFill>
              </a:defRPr>
            </a:pPr>
            <a:r>
              <a:t>Roller ve Yetkiler: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👑 Admin  →  Tüm CRUD, Kullanıcı yönetimi, Dashboard, Ürün/Kategori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✏️ Editor  →  İçerik düzenleme (gelecek özellik)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👤 Customer  →  Kitap görüntüleme, Sepet, Okuma listesi, Raf, Yorum, Chat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Varsayılan Admin: admin@bookweb.com / Admin123*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İş Mantığı Katmanı (Service Layer)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</a:defRPr>
            </a:pPr>
            <a:r>
              <a:t>Tüm servisler async/await pattern kullanır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4A90D9"/>
                </a:solidFill>
              </a:defRPr>
            </a:pPr>
            <a:r>
              <a:t>ICategoryService: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GetAll, GetById, Create, Update, Delete, IsCategoryNameUnique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IProductService: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GetAll, GetById (includeCategory), Create, Update, Delete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IReviewService: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GetUserReview, GetReviewsForProduct, GetAverageRating, GetReviewCount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CreateOrUpdateReview, DeleteReview, GetAverageRatingsForProducts (bulk)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IShelfService: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GetUserShelves, GetShelfWithItems, CreateShelf, UpdateShelf, DeleteShelf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AddToShelf, RemoveFromShelf, GetShelfIdsForProduct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Dependency Injection: builder.Services.AddScoped&lt;IService, Service&gt;()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Müşteri Özellikleri (Customer Features)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A90D9"/>
                </a:solidFill>
              </a:defRPr>
            </a:pPr>
            <a:r>
              <a:t>📚 Kitap Kataloğu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Arama (Başlık/Yazar)  • Kategori filtreleme  • Sıralama (Fiyat, Ad, Yeni)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Sayfalama (12 kitap/sayfa)  • Ortalama puan gösterimi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27AE60"/>
                </a:solidFill>
              </a:defRPr>
            </a:pPr>
            <a:r>
              <a:t>📖 Kişisel Kütüphane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Okuma durumu: Okumak İstiyorum → Okuyorum → Okudum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Durum filtreleme ve sayıları  • Kitap kaldırma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8E44AD"/>
                </a:solidFill>
              </a:defRPr>
            </a:pPr>
            <a:r>
              <a:t>📚 Kitap Rafları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Özel raflar oluşturma  • Kitap ekleme/çıkarma  • Raf düzenleme/silme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⭐ Yorum Sistemi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1-5 yıldız puanlama  • Yorum yazma (max 2000 karakter)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Kullanıcı başına 1 yorum  • Düzenleme ve silme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F69B4"/>
                </a:solidFill>
              </a:defRPr>
            </a:pPr>
            <a:r>
              <a:t>🛒 Alışveriş Sepeti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Kademe fiyatlandırma: 1-50 (Normal), 51-99 (%20 indirim), 100+ (%30 indirim)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🤖 AI Chat Asistanı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69B4"/>
                </a:solidFill>
              </a:defRPr>
            </a:pPr>
            <a:r>
              <a:t>DeepSeek API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BBBBBB"/>
                </a:solidFill>
              </a:defRPr>
            </a:pPr>
            <a:r>
              <a:t>Model: deepseek-chat  |  Max Tokens: 500  |  Temperature: 0.7</a:t>
            </a:r>
          </a:p>
          <a:p>
            <a:pPr algn="ctr">
              <a:defRPr sz="1500">
                <a:solidFill>
                  <a:srgbClr val="BBBBBB"/>
                </a:solidFill>
              </a:defRPr>
            </a:pPr>
            <a:r>
              <a:t>Konuşma Geçmişi: Son 10 mesaj  |  Otomatik başlık oluşturma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Chat - Teknik Detaylar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69B4"/>
                </a:solidFill>
              </a:defRPr>
            </a:pPr>
            <a:r>
              <a:t>Nasıl Çalışır?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1️⃣  Kullanıcı mesaj gönderir</a:t>
            </a:r>
          </a:p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2️⃣  Sistem kitap kataloğundan ilgili kitapları bulur</a:t>
            </a:r>
          </a:p>
          <a:p>
            <a:pPr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 → Kategori eşleşmesi → Anahtar kelime araması</a:t>
            </a:r>
          </a:p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3️⃣  Kullanıcının kişisel kütüphanesi kontekste eklenir</a:t>
            </a:r>
          </a:p>
          <a:p>
            <a:pPr>
              <a:spcAft>
                <a:spcPts val="800"/>
              </a:spcAft>
              <a:defRPr sz="1500">
                <a:solidFill>
                  <a:srgbClr val="666666"/>
                </a:solidFill>
              </a:defRPr>
            </a:pPr>
            <a:r>
              <a:t>    → Okuma listesi, raflar, okuma durumları</a:t>
            </a:r>
          </a:p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4️⃣  Son 10 mesaj konuşma geçmişi olarak gönderilir</a:t>
            </a:r>
          </a:p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5️⃣  DeepSeek API'ye istek gönderilir ve yanıt alınır</a:t>
            </a:r>
          </a:p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6️⃣  Yanıt veritabanına kaydedilir ve kullanıcıya gösterilir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888888"/>
                </a:solidFill>
              </a:defRPr>
            </a:pPr>
            <a:r>
              <a:t>Özellikler: Kişiselleştirilmiş öneriler, Kitap bilgisi, Konuşma geçmişi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Admin Paneli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A90D9"/>
                </a:solidFill>
              </a:defRPr>
            </a:pPr>
            <a:r>
              <a:t>📊 Dashboard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Toplam kitap, kategori, kullanıcı, admin sayıları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Son eklenen 5 kitap listesi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27AE60"/>
                </a:solidFill>
              </a:defRPr>
            </a:pPr>
            <a:r>
              <a:t>📦 Ürün Yönetimi (Product Management)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DataTables ile kitap listesi (arama, sıralama, sayfalama)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Kitap ekleme/düzenleme (resim yükleme ile)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GUID tabanlı resim isimlendirme (wwwroot/images/products/)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F39C12"/>
                </a:solidFill>
              </a:defRPr>
            </a:pPr>
            <a:r>
              <a:t>📂 Kategori Yönetimi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CRUD işlemleri  • Benzersiz isim doğrulaması  • Sıralama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000" b="1">
                <a:solidFill>
                  <a:srgbClr val="8E44AD"/>
                </a:solidFill>
              </a:defRPr>
            </a:pPr>
            <a:r>
              <a:t>👥 Kullanıcı Yönetimi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Kullanıcı listeleme (rollerle birlikte)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• Hesap kilitleme/açma  • Rol atama/değiştirme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API Endpoints Özeti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Açıklama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/Customer/Home/Index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Kitap kataloğu (arama, filtre, sıralama)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/Customer/Home/Details/{id}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Kitap detay sayfası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/Customer/Home/UpdateReadingStatus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Okuma durumu güncelle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/Customer/Home/SubmitReview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Yorum gönder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/Customer/Home/CreateShelf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Yeni raf oluştur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/Customer/Cart/AddToCart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Sepete ürün ekle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/Customer/Chat/Ask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AI'ya soru sor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/Admin/Product/GetAll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Tüm ürünler (JSON)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/Admin/User/LockUnlock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Hesap kilitle/aç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/Admin/User/RoleManagement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Rol değiştir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Güvenlik Önlemleri (Security)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7548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Güvenlik Önlemi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Uygulama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Koruma</a:t>
                      </a:r>
                    </a:p>
                  </a:txBody>
                  <a:tcPr>
                    <a:solidFill>
                      <a:srgbClr val="19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Kimlik Doğrulama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ASP.NET Core Identity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Cookie-based auth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Yetkilendirme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[Authorize(Roles)]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Rol tabanlı erişim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CSRF Koruması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Anti-Forgery Token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Cross-site request forgery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XSS Koruması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Razor HTML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Script injection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SQL Injection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EF Core parametreli sorgular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Veritabanı saldırıları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Şifre Güvenliği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Karmaşıklık + Hashing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Brute force koruması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Hesap Kilitleme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5 başarısız → 5dk kilit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Deneme saldırıları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Veri Doğrulama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DataAnnotations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Geçersiz veri girişi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Dosya Güvenliği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GUID isimlendirme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Path traversal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Kullanıcı İzolasyonu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UserId bazlı filtreleme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Veri sızıntısı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Öne Çıkan Teknik Özellikler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A90D9"/>
                </a:solidFill>
              </a:defRPr>
            </a:pPr>
            <a:r>
              <a:t>1. Asenkron Programlama (Async/Await)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Tüm servis metotları non-blocking I/O ile çalışır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2. Eager Loading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Include() ve ThenInclude() ile ilişkili veri yükleme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3. Toplu Sorgu Optimizasyonu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N+1 problemi çözümü - tek sorguda tüm puanlar ve sayılar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4. Otomatik Migration ve Seed Data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Uygulama başlatıldığında DB otomatik güncellenir + 500+ kitap CSV'den yüklenir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F69B4"/>
                </a:solidFill>
              </a:defRPr>
            </a:pPr>
            <a:r>
              <a:t>5. Kademe Bazlı Fiyatlandırma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Adet arttıkça fiyat düşer: Normal → %20 indirim → %30 indirim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4A90D9"/>
                </a:solidFill>
              </a:defRPr>
            </a:pPr>
            <a:r>
              <a:t>6. AI Kontekst Oluşturma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 Kitap kataloğu + kişisel kütüphane verisi AI'ya kontekst olarak gönderilir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Proje Dosya Yapısı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69B4"/>
                </a:solidFill>
              </a:defRPr>
            </a:pPr>
            <a:r>
              <a:t>book.sln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├── bookweb/                    ← Ana Web Uygulaması (MVC)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│   ├── Program.cs              ← DI yapılandırması &amp; giriş noktası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│   ├── Areas/Admin/            ← Dashboard, Product, Category, User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│   ├── Areas/Customer/         ← Home, Cart, Chat controllers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│   ├── Areas/Identity/         ← Login, Register, Account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│   └── wwwroot/                ← CSS, JS, images, CSV data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├── BookWeb.Models/             ← 10 Entity + 2 ViewModel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├── BookWeb.DataAccess/         ← DbContext + 13 Migration + DbInitializer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├── BookWeb.Business/           ← 4 Service + 4 Interface</a:t>
            </a:r>
          </a:p>
          <a:p>
            <a:pPr>
              <a:spcAft>
                <a:spcPts val="800"/>
              </a:spcAft>
              <a:defRPr sz="1300">
                <a:solidFill>
                  <a:srgbClr val="888888"/>
                </a:solidFill>
              </a:defRPr>
            </a:pPr>
            <a:r>
              <a:t>│</a:t>
            </a:r>
          </a:p>
          <a:p>
            <a:pPr>
              <a:spcAft>
                <a:spcPts val="800"/>
              </a:spcAft>
              <a:defRPr sz="1400">
                <a:solidFill>
                  <a:srgbClr val="2D2D2D"/>
                </a:solidFill>
              </a:defRPr>
            </a:pPr>
            <a:r>
              <a:t>└── BookWeb.Utility/            ← SD (Roller), EmailSender, VerificationCode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Veritabanı Başlatma (DbInitializer)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666666"/>
                </a:solidFill>
              </a:defRPr>
            </a:pPr>
            <a:r>
              <a:t>Uygulama her başlatıldığında otomatik çalışır:</a:t>
            </a:r>
          </a:p>
          <a:p>
            <a:pPr>
              <a:spcAft>
                <a:spcPts val="800"/>
              </a:spcAft>
              <a:defRPr sz="8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4A90D9"/>
                </a:solidFill>
              </a:defRPr>
            </a:pPr>
            <a:r>
              <a:t>ADIM 1 → Pending Migration Kontrolü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EF Core migration'ları veritabanına uygular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ADIM 2 → Rol Oluşturma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Admin, Customer, Editor rolleri oluşturulur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ADIM 3 → Admin Kullanıcı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admin@bookweb.com / Admin123* varsayılan admin oluşturulur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ADIM 4 → Kitap Seed (CSV)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wwwroot/data/Books.csv dosyasından 500+ kitap yüklenir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Kategoriler genre'lardan otomatik oluşturulur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Fiyatlar: ListPrice (random 15-80), Price (%10↓), Price50 (%20↓), Price100 (%30↓)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  • Seed: 42 (tekrarlanabilir rastgele değerler)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Kullanıcı Akışı (User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700" b="1">
                <a:solidFill>
                  <a:srgbClr val="4A90D9"/>
                </a:solidFill>
              </a:defRPr>
            </a:pPr>
            <a:r>
              <a:t>                            🏠 Ana Sayfa (Katalog)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┌──────────────┬────────┼────────┬──────────────┐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│              │        │        │              │</a:t>
            </a: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    🔍 Arama     📂 Filtre   📋 Sıralama   🔐 Giriş    📝 Kayıt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│              │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└──────────────┴────────┘</a:t>
            </a:r>
          </a:p>
          <a:p>
            <a:pPr>
              <a:spcAft>
                <a:spcPts val="800"/>
              </a:spcAft>
              <a:defRPr sz="1700" b="1">
                <a:solidFill>
                  <a:srgbClr val="27AE60"/>
                </a:solidFill>
              </a:defRPr>
            </a:pPr>
            <a:r>
              <a:t>                            📖 Kitap Detay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                     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┌─────────┬─────────┬───────┼───────┬──────────┐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│         │         │       │       │          │</a:t>
            </a:r>
          </a:p>
          <a:p>
            <a:pPr>
              <a:spcAft>
                <a:spcPts val="800"/>
              </a:spcAft>
              <a:defRPr sz="1600" b="1">
                <a:solidFill>
                  <a:srgbClr val="2D2D2D"/>
                </a:solidFill>
              </a:defRPr>
            </a:pPr>
            <a:r>
              <a:t>      🛒 Sepet  📖 Okuma  📚 Raf   ⭐ Yorum  🤖 AI Chat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     │      Listesi   Ekle    Yaz       │</a:t>
            </a:r>
          </a:p>
          <a:p>
            <a:pPr>
              <a:spcAft>
                <a:spcPts val="800"/>
              </a:spcAft>
              <a:defRPr sz="1400">
                <a:solidFill>
                  <a:srgbClr val="888888"/>
                </a:solidFill>
              </a:defRPr>
            </a:pPr>
            <a:r>
              <a:t>    ┌────┘         │              │     ┌───┘</a:t>
            </a:r>
          </a:p>
          <a:p>
            <a:pPr>
              <a:spcAft>
                <a:spcPts val="800"/>
              </a:spcAft>
              <a:defRPr sz="1600" b="1">
                <a:solidFill>
                  <a:srgbClr val="FF69B4"/>
                </a:solidFill>
              </a:defRPr>
            </a:pPr>
            <a:r>
              <a:t>  Sepet       Kitaplarım     Puanlama  Kişisel Öneriler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9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90500" lIns="3810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Sonuç ve Değerlendirme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7AE60"/>
                </a:solidFill>
              </a:defRPr>
            </a:pPr>
            <a:r>
              <a:t>Güçlü Yönler: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Katmanlı mimari - Temiz kod organizasyonu ve sorumluluk ayrımı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AI Entegrasyonu - Modern teknoloji kullanımı (DeepSeek)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Kapsamlı özellikler - E-ticaret + Sosyal okuma + AI asistan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Güvenlik - Identity, CSRF, SQL Injection koruması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Responsive tasarım - Bootstrap 5 ile mobil uyumlu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Asenkron işlemler - Performanslı async/await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Otomatik seed data - CSV'den 500+ kitap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✅ Modüler yapı - 5 proje ile gevşek bağlılık (loose coupling)</a:t>
            </a:r>
          </a:p>
          <a:p>
            <a:pPr>
              <a:spcAft>
                <a:spcPts val="800"/>
              </a:spcAft>
              <a:defRPr sz="10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2200" b="1">
                <a:solidFill>
                  <a:srgbClr val="F39C12"/>
                </a:solidFill>
              </a:defRPr>
            </a:pPr>
            <a:r>
              <a:t>Geliştirilebilecek Alanlar:</a:t>
            </a:r>
          </a:p>
          <a:p>
            <a:pPr>
              <a:spcAft>
                <a:spcPts val="800"/>
              </a:spcAft>
              <a:defRPr sz="6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⬜ Ödeme entegrasyonu (Stripe/PayPal)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⬜ Unit test ve integration test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  ⬜ Caching (Redis) ve API dokümantasyonu (Swagger)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Teşekkürler!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69B4"/>
                </a:solidFill>
              </a:defRPr>
            </a:pPr>
            <a:r>
              <a:t>Sorularınız için hazırız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t>BookWeb - Online Kitapçı &amp; Okuma Takip Platformu</a:t>
            </a:r>
          </a:p>
          <a:p>
            <a:pPr algn="ctr">
              <a:defRPr sz="1400">
                <a:solidFill>
                  <a:srgbClr val="888888"/>
                </a:solidFill>
              </a:defRPr>
            </a:pPr>
            <a:r>
              <a:t>ASP.NET Core 8.0  |  Entity Framework Core 8.0  |  SQL Server  |  DeepSeek AI</a:t>
            </a:r>
          </a:p>
          <a:p>
            <a:pPr algn="ctr">
              <a:defRPr sz="1400">
                <a:solidFill>
                  <a:srgbClr val="666666"/>
                </a:solidFill>
              </a:defRPr>
            </a:pPr>
            <a:r>
              <a:t>Haziran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